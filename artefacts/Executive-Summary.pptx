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Trends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| Subscription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– Customer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📌 Stable Pricing: Subscription fee remained flat ($33 → $34), so revenue growth depends on user volume rather than pricing changes.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📉 Churn Crisis in 2022: Attrition spiked (15.1% in Q1, 30.5% in Q2), erasing gains from record new sign-ups; estimated quarterly revenue loss exceeded $160K due to churn.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📈 Recovery in 2023: Churn improved sharply (1.9% in Q1 2023), delivering a 10% net customer increase and boosting subscription revenues by ~ $56K in one quarter.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⚡ Key Insight: Sustained growth will require stronger retention strategies, since high acquisition alone cannot offset heavy churn.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